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31520"/>
            <a:ext cx="3657600" cy="36576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49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アプリ起動中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566160" cy="1636776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2834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▲  実際の出席コード表示画面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4680"/>
            <a:ext cx="3566160" cy="950976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57200" y="4142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▲  設定ダイアログ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389120" y="731520"/>
            <a:ext cx="44805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4389120" y="9144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CodeWidget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438912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出席コード展示ツール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389120" y="2487168"/>
            <a:ext cx="4480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389120" y="2606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ユーザーマニュアル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389120" y="3291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対応バージョン  v1.0.0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389120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Python 3.12 + PySide6　Windows / macOS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89120" y="4160520"/>
            <a:ext cx="4480560" cy="6858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41605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麗澤大学　2026年度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　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3035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1612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CodeWidget とは？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4996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機能概要と導入背景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53035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116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0756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クイックスタート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24140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初回起動と基本設定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3035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9260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8408" y="29900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授業の管理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33284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授業の追加・編集・削除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53035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404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" y="39044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出席コードの操作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42428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表示・入力・管理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3035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11612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授業の振替（調整）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14996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振替授業の登録方法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11680"/>
            <a:ext cx="53035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0116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20756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外観設定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24140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フォント・色・ウィンドウサイズ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530352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260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13248" y="29900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よくある質問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332841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FAQ とトラブルシューティング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CodeWidget とは？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960120"/>
            <a:ext cx="3017520" cy="1380744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06440" y="23865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実際の表示画面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5166360" cy="138988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64008" cy="13898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0058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現状の課題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34416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・手動での提示のため、表示忘れや操作ミスが発生しやすい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・方法が教員によって異なり、統一されていない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・通常のウィンドウは投影中に隠れてしまう場合がある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2487168"/>
            <a:ext cx="5166360" cy="1389888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487168"/>
            <a:ext cx="64008" cy="13898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3288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✓  CodeWidget の解決策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86207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・時間割に基づいて 自動的にポップアップ 表示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・常に最前面、ドラッグ可能。投影画面に最適化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・ワンクリックでコード生成、学期全体を一括管理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06440" y="2743200"/>
            <a:ext cx="960120" cy="731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27706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30 秒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06440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ポーリング間隔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30568" y="2743200"/>
            <a:ext cx="960120" cy="731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30568" y="27706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14 回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30568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授業回数（最大）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854696" y="2743200"/>
            <a:ext cx="960120" cy="731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854696" y="27706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4 桁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854696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コード形式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クイックスタート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627632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106424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1064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8136" y="1124712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</a:rPr>
              <a:t>config フォルダをプログラムと同じ場所に置く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618488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school_config.json（学校共通）と teacher_config.json（個人）が必要です。初回起動時に自動作成されます。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4114800" cy="1627632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" y="2935224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" y="29352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953512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</a:rPr>
              <a:t>プログラムをダブルクリックして起動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" y="3447288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Windows: CodeWidget.exe  /  macOS: CodeWidget.app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起動後、システムトレイ（タスクバー右下 / メニューバー）にアイコンが表示されます。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1627632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1106424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1064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22976" y="1124712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</a:rPr>
              <a:t>トレイアイコンを右クリック → 「設定…」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56048" y="1618488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「授業」タブで授業を追加してください。授業名・曜日・時限を設定します。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14800" cy="1627632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01184" y="2935224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29352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22976" y="2953512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</a:rPr>
              <a:t>授業時間になると自動でポップアップ表示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56048" y="3447288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授業開始 10 分前にウィンドウが自動表示されます。右クリック →「入力」で出席コードを貼り付けるだけです。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834640"/>
            <a:ext cx="4114800" cy="1499616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25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クイックスタート — 時限・時間割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1日 6 時限が固定されています。授業開始 10 分前にウィンドウが自動表示されます：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05156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時限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08760" y="1389888"/>
            <a:ext cx="105156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3898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開始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389888"/>
            <a:ext cx="105156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898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終了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389888"/>
            <a:ext cx="5166360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89888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表示ウィンドウ期間（デフォルト）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922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1限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508760" y="1792224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17922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08:50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0" y="1792224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7922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10:30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11880" y="1792224"/>
            <a:ext cx="5166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792224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08:40 〜 09:20 　ウィンドウ表示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945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508760" y="2194560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21945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10:40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0" y="2194560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21945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12:20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11880" y="2194560"/>
            <a:ext cx="51663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2194560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10:30 〜 11:10 　ウィンドウ表示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2596896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5968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3限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508760" y="2596896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508760" y="25968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13:10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60320" y="2596896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25968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14:50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11880" y="2596896"/>
            <a:ext cx="5166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2596896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13:00 〜 13:40 　ウィンドウ表示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2999232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9992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4限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508760" y="2999232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1508760" y="29992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15:00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0" y="2999232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2560320" y="29992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16:40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11880" y="2999232"/>
            <a:ext cx="51663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3611880" y="2999232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14:50 〜 15:30 　ウィンドウ表示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3401568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4015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5限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508760" y="3401568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508760" y="34015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16:50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560320" y="3401568"/>
            <a:ext cx="10515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0" y="34015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18:30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611880" y="3401568"/>
            <a:ext cx="5166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11880" y="3401568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16:40 〜 17:20 　ウィンドウ表示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3803904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8039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6限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508760" y="3803904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6" name="Text 54"/>
          <p:cNvSpPr/>
          <p:nvPr/>
        </p:nvSpPr>
        <p:spPr>
          <a:xfrm>
            <a:off x="1508760" y="38039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18:40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560320" y="3803904"/>
            <a:ext cx="10515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8" name="Text 56"/>
          <p:cNvSpPr/>
          <p:nvPr/>
        </p:nvSpPr>
        <p:spPr>
          <a:xfrm>
            <a:off x="2560320" y="38039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20:20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611880" y="3803904"/>
            <a:ext cx="5166360" cy="40233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0" name="Text 58"/>
          <p:cNvSpPr/>
          <p:nvPr/>
        </p:nvSpPr>
        <p:spPr>
          <a:xfrm>
            <a:off x="3611880" y="3803904"/>
            <a:ext cx="5166360" cy="402336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B82F6"/>
                </a:solidFill>
              </a:rPr>
              <a:t>18:30 〜 19:10 　ウィンドウ表示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57200" y="4434840"/>
            <a:ext cx="832104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" y="4434840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💡 事前時間（デフォルト 10 分）と事後時間（デフォルト 30 分）は設定画面でカスタマイズできます。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授業の管理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584448" cy="376732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584448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操作手順とボタン説明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9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0876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トレイアイコンを右クリック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98424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「設定…」を選択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2459736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「授業」タブに切り替える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ボタン機能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1170432" cy="2103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64992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設定を読み込む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73936" y="337413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他の教員の設定ファイルを読み込む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1170432" cy="2103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11880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追加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73936" y="362102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新しい授業を追加する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58768"/>
            <a:ext cx="1170432" cy="2103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5876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編集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73936" y="386791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選択した授業を編集する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105656"/>
            <a:ext cx="1170432" cy="2103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05656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削除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73936" y="411480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選択した授業を削除する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352544"/>
            <a:ext cx="1170432" cy="2103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352544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衝突検出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73936" y="43616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時間の重複を確認する</a:t>
            </a:r>
            <a:endParaRPr lang="en-US" sz="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960120"/>
            <a:ext cx="4800600" cy="324612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33" name="Text 30"/>
          <p:cNvSpPr/>
          <p:nvPr/>
        </p:nvSpPr>
        <p:spPr>
          <a:xfrm>
            <a:off x="4041648" y="425196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「授業」タブ — 実際の画面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出席コードの操作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3200400" cy="146304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25146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▲ 通常表示状態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3200400" cy="146304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74320" y="4343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▲ 右クリック「入力」後の入力状態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703320" y="960120"/>
            <a:ext cx="5120640" cy="115214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703320" y="960120"/>
            <a:ext cx="6400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6"/>
          <p:cNvSpPr/>
          <p:nvPr/>
        </p:nvSpPr>
        <p:spPr>
          <a:xfrm>
            <a:off x="3886200" y="10332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①  出席コードを入力（一時コード）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886200" y="138074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表示ウィンドウを右クリック →「入力」→ コードを貼り付けて Enter。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⚠ 一時コードは 30 分で自動消去（設定ファイルには保存されません）。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03320" y="2258568"/>
            <a:ext cx="5120640" cy="115214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03320" y="2258568"/>
            <a:ext cx="6400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3886200" y="233172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②  コードを一括生成（永続コード）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886200" y="267919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設定 →「日程プレビュー」タブ →「コード生成」ボタンをクリック。全授業回のコードを自動生成します。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03320" y="3557016"/>
            <a:ext cx="5120640" cy="115214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03320" y="3557016"/>
            <a:ext cx="64008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3886200" y="36301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③  コードをクリア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886200" y="39776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表示ウィンドウを右クリック →「クリア」。コードが消去され「----」が表示されます。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出席コード — 日程プレビューで一括管理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5029200" cy="3410712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4165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「日程プレビュー」タブ — 実際の画面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77840" y="1005840"/>
            <a:ext cx="3246120" cy="84124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0515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🔵  コード設定済み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135331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4桁の数字が表示されます。次回起動時も有効です。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77840" y="1965960"/>
            <a:ext cx="3246120" cy="84124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011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🟡  コード未設定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231343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黄色の背景行に「（未設定）」と表示されます。セルをクリックして手動入力できます。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926080"/>
            <a:ext cx="3246120" cy="84124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29718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✨  コード生成 ボタン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327355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未設定の全回次にランダムな 4 桁コードを自動生成します。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3886200"/>
            <a:ext cx="3246120" cy="84124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931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✏️  直接編集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4233672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出席コード列のセルをクリックして直接入力・修正できます。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出席コード — 優先順位の仕組み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複数の出席コードが存在する場合、以下の優先順位でウィンドウに表示されます：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02412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最優先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</a:rPr>
              <a:t>一時コード（メモリ）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1865376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右クリック「入力」で入力したコード。有効期限は 30 分で、期限切れ後は自動的に消去されます。設定ファイルには保存されません。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1024128" cy="8778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68880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次優先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</a:rPr>
              <a:t>永続コード（設定ファイル）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63040" y="2871216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「日程プレビュー」で編集するか「コード生成」で作成したコード。teacher_config.json に保存され、再起動後も有効です。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74720"/>
            <a:ext cx="1024128" cy="87782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74720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デフォルト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</a:rPr>
              <a:t>なし（プレースホルダー表示）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3040" y="3877056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コードが設定されていない場合、ウィンドウには「----」と表示されます。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4590288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💡 推奨：学期開始前に「日程プレビュー」で全授業回のコードを一括生成してください。一時コードは例外的な場面のみ使用します。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授業の振替（調整）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授業の日程変更が発生した場合、「振替（Reschedule）」機能で対応できます。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1572768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64008" cy="15727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389888"/>
            <a:ext cx="1463040" cy="15727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81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振替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3042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Reschedule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46304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内容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719072"/>
            <a:ext cx="6720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特定の授業回を元の日時から新しい日時に移動します。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例：4月16日（木 1限）の授業 → 4月18日（土 2限）に振替。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2359152"/>
            <a:ext cx="649224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43230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操作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688336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</a:rPr>
              <a:t>設定 →「調整」タブ →「調整を追加」→ 対象の授業・回次を選択 → 新しい日付・時限を設定 → OK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詳細手順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8386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493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設定を開き「調整」タブを選択する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3419856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348386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493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「調整を追加」ボタンをクリックする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419856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48386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493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振替対象の授業と回次（例：第03回）を選択する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95344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95935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9684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振替先の日付・曜日・時限を入力する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3895344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95935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11880" y="39684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OK で保存。「日程プレビュー」で結果を確認する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" y="4590288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💡 振替後は回次番号が自動的に再計算されます。「日程プレビュー」タブで変更結果を必ず確認してください。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外観設定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4846320" cy="3291840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297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「外観」タブ — 実際の画面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349240" y="1005840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100584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フォント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75120" y="10607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コード表示フォント（等幅推奨：Courier New）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49240" y="1609344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349240" y="16093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サイズ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75120" y="16642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文字サイズ（デフォルト 72pt）。投影時に明確に見えるよう調整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2212848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221284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文字色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75120" y="226771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コードの文字色（デフォルト：明緑 #00ff7f）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2816352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349240" y="28163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背景色 / 枠色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75120" y="28712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ウィンドウの背景・枠線の色を変更できます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49240" y="3419856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34198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科目名フォント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75120" y="34747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授業名の表示フォントとサイズ（デフォルト 11pt）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49240" y="4023360"/>
            <a:ext cx="123444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5349240" y="402336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スケール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75120" y="407822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ウィンドウ全体の拡大縮小（30%〜300%、デフォルト 100%）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よくある質問（FAQ）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969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Q：出席コードウィンドウが自動表示されません。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A：確認ポイント：① 現在時刻が表示ウィンドウ期間内か（授業開始 10 分前〜授業開始 30 分後）；② teacher_config.json の曜日・時限が正しいか；③ school_config.json に該当週の授業日が登録されているか。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20240"/>
            <a:ext cx="6400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975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Q：起動したのにアプリが見当たりません。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A：アプリはトレイのみで動作します（メインウィンドウなし）。Windows はタスクバー右下の通知領域、macOS は画面右上のメニューバーにアイコンが表示されます。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6400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2980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Q：別の教員の設定ファイルに切り替えるには？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A：設定 →「授業」タブ →「設定を読み込む」ボタン → 対象の JSON ファイルを選択して切り替えます。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03920" cy="877824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31920"/>
            <a:ext cx="64008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Q：振替後に出席コードがずれませんか？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A：コードは回次番号で管理されています。振替後は回次番号が自動再計算されますので、「日程プレビュー」で内容を確認してから運用してください。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92040"/>
            <a:ext cx="6400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CodeWidget  ユーザーマニュアル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92040"/>
            <a:ext cx="5486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74320"/>
            <a:ext cx="3749040" cy="45537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74320"/>
            <a:ext cx="37490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クイックリファレンス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2354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ウィンドウ表示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9235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授業開始 10 分前〜30 分後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6245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264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一時コード有効期限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4264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30 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293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コード形式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929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4 桁の数字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323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授業回数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4323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14 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3522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ポーリング間隔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29352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30 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7413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3814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対応プラットフォーム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4381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Windows 10/11 · macOS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347472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410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設定ファイル形式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941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JSON（config/ フォルダ）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200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ご利用ありがとう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389120" y="914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ございます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937760" y="1444752"/>
            <a:ext cx="3337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15727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CodeWidget  出席コード展示ツール</a:t>
            </a:r>
            <a:endParaRPr lang="en-US" sz="13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029968"/>
            <a:ext cx="4160520" cy="1901952"/>
          </a:xfrm>
          <a:prstGeom prst="rect">
            <a:avLst/>
          </a:prstGeom>
          <a:effectLst>
            <a:outerShdw sx="100000" sy="100000" kx="0" ky="0" algn="bl" rotWithShape="0" blurRad="76200" dist="38100" dir="8100000">
              <a:srgbClr val="1E40AF">
                <a:alpha val="10000"/>
              </a:srgbClr>
            </a:outerShdw>
          </a:effectLst>
        </p:spPr>
      </p:pic>
      <p:sp>
        <p:nvSpPr>
          <p:cNvPr id="32" name="Text 29"/>
          <p:cNvSpPr/>
          <p:nvPr/>
        </p:nvSpPr>
        <p:spPr>
          <a:xfrm>
            <a:off x="4389120" y="40050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ご不明な点は各学部事務局までお問い合わせください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v1.0.0　　Python 3.12 + PySide6　　麗澤大学　2026年度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CodeWidget ユーザーマニュアル</dc:title>
  <dc:subject>PptxGenJS Presentation</dc:subject>
  <dc:creator>PptxGenJS</dc:creator>
  <cp:lastModifiedBy>PptxGenJS</cp:lastModifiedBy>
  <cp:revision>1</cp:revision>
  <dcterms:created xsi:type="dcterms:W3CDTF">2026-03-04T02:52:32Z</dcterms:created>
  <dcterms:modified xsi:type="dcterms:W3CDTF">2026-03-04T02:52:32Z</dcterms:modified>
</cp:coreProperties>
</file>