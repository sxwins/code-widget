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3291840" cy="1508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114800" y="1188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CodeWidget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11480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出勤码展示工具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0" y="2468880"/>
            <a:ext cx="41148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0" y="2651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用户说明书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适用版本 v1.0.0　　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Python 3.12 + PySide6　　Windows / macOS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麗澤大学　2026年度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　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5029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97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什么是 CodeWidget？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27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功能概述与应用背景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57400"/>
            <a:ext cx="5029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574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12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快速上手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441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首次启动与基本配置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5029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9718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课程管理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3558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添加、编辑、删除课程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86200"/>
            <a:ext cx="5029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8862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941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出勤码操作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270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展示、输入与管理出勤码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1430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143000"/>
            <a:ext cx="502920" cy="7315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430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197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调课管理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1527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停课、补课、调课处理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574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57400"/>
            <a:ext cx="502920" cy="7315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0574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2112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界面外观设置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441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字体、颜色、窗口大小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71800"/>
            <a:ext cx="502920" cy="7315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9718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常见问题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33558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FAQ 与使用技巧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什么是 CodeWidget？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3108960" cy="1426464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760720" y="23957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实际展示效果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5120640" cy="14173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73152" cy="1417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005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现存问题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335024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• 展示方式分散，每位教师各自处理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• 容易忘记展示出勤码，或展示时机不准确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• 普通窗口容易被其他窗口遮挡，投屏体验差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512064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514600"/>
            <a:ext cx="73152" cy="1325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60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CodeWidget 的解决方案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288950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根据课程时间表 自动弹出 出勤码展示窗口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窗口始终置顶、可拖动，专为投屏优化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一键生成出勤码，统一管理全学期记录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913632"/>
            <a:ext cx="1600200" cy="74980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" y="39502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30 秒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5760" y="43616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轮询间隔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148840" y="3913632"/>
            <a:ext cx="1600200" cy="74980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148840" y="39502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14 回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148840" y="43616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每课程最大回次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31920" y="3913632"/>
            <a:ext cx="1600200" cy="74980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931920" y="39502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4 位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931920" y="43616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出勤码格式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快速上手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57276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" y="11247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将 config 文件夹放在程序同目录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包含 school_config.json（学校通用配置）和 teacher_config.json（个人课程配置）。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770632"/>
            <a:ext cx="4114800" cy="157276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07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9848" y="29352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双击启动程序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39242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Windows：双击 CodeWidget.exe　macOS：双击 CodeWidget.app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启动后出现在系统托盘，不显示主窗口。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14800" cy="157276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097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04688" y="11247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右键托盘图标 → 「設定…」配置课程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5819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在「授業」标签页添加课程，填写课程名称、星期和时限。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70632"/>
            <a:ext cx="4114800" cy="157276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907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04688" y="29352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上课时自动弹出出勤码窗口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39242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开课前 10 分钟自动弹出置顶小窗口。右键 →「入力」粘贴出勤码即可。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880360"/>
            <a:ext cx="4206240" cy="153619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25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快速上手 — 时限对照表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每天固定 6 个课时段（时限），出勤码窗口在对应时限开始前 10 分钟自动弹出：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时限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141732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开始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0058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结束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52120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17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出勤码展示窗口期（默认）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28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1限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18288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1828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08:50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182880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1828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10:30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828800"/>
            <a:ext cx="52120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828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8A"/>
                </a:solidFill>
              </a:rPr>
              <a:t>08:40 ～ 09:20 弹出窗口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240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2限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63040" y="224028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2240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10:40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224028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2240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12:20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2240280"/>
            <a:ext cx="521208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2240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8A"/>
                </a:solidFill>
              </a:rPr>
              <a:t>10:30 ～ 11:10 弹出窗口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651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3限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63040" y="265176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463040" y="2651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13:10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68880" y="265176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2651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14:50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0" y="2651760"/>
            <a:ext cx="52120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8A"/>
                </a:solidFill>
              </a:rPr>
              <a:t>13:00 ～ 13:40 弹出窗口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06324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063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4限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306324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0" name="Text 38"/>
          <p:cNvSpPr/>
          <p:nvPr/>
        </p:nvSpPr>
        <p:spPr>
          <a:xfrm>
            <a:off x="1463040" y="3063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15:00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468880" y="306324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2468880" y="3063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16:40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0" y="3063240"/>
            <a:ext cx="521208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0" y="3063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8A"/>
                </a:solidFill>
              </a:rPr>
              <a:t>14:50 ～ 15:30 弹出窗口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47472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474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5限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463040" y="347472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463040" y="3474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16:50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468880" y="3474720"/>
            <a:ext cx="10058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468880" y="3474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18:30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474720" y="3474720"/>
            <a:ext cx="52120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474720" y="3474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8A"/>
                </a:solidFill>
              </a:rPr>
              <a:t>16:40 ～ 17:20 弹出窗口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388620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6限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463040" y="388620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6" name="Text 54"/>
          <p:cNvSpPr/>
          <p:nvPr/>
        </p:nvSpPr>
        <p:spPr>
          <a:xfrm>
            <a:off x="146304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18:40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468880" y="3886200"/>
            <a:ext cx="100584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8" name="Text 56"/>
          <p:cNvSpPr/>
          <p:nvPr/>
        </p:nvSpPr>
        <p:spPr>
          <a:xfrm>
            <a:off x="246888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20:20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474720" y="3886200"/>
            <a:ext cx="521208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0" name="Text 58"/>
          <p:cNvSpPr/>
          <p:nvPr/>
        </p:nvSpPr>
        <p:spPr>
          <a:xfrm>
            <a:off x="3474720" y="3886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8A"/>
                </a:solidFill>
              </a:rPr>
              <a:t>18:30 ～ 19:10 弹出窗口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💡 提示：课前提前时间（默认10分钟）和课后持续时间（默认30分钟）可在设置中自定义。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课程管理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474720" cy="374904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474720" cy="4114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操作步骤与按钮说明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179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右键点击系统托盘图标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842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84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选择「設定…」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切换到「授業」标签页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按钮功能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46704"/>
            <a:ext cx="118872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467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設定を読み込む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33558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加载其他教师的配置文件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93592"/>
            <a:ext cx="118872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935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追加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6027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新增一门课程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118872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404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編集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384962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编辑选中的课程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087368"/>
            <a:ext cx="118872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0873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削除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83080" y="40965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删除选中的课程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334256"/>
            <a:ext cx="118872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33425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衝突検出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83080" y="43434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检测时间冲突</a:t>
            </a:r>
            <a:endParaRPr lang="en-US" sz="10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4937760" cy="3355848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33" name="Text 30"/>
          <p:cNvSpPr/>
          <p:nvPr/>
        </p:nvSpPr>
        <p:spPr>
          <a:xfrm>
            <a:off x="3931920" y="4315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「授業」标签页 — 实际界面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出勤码操作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3200400" cy="1463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2514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▲ 正常展示状态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3200400" cy="1463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274320" y="4343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▲ 右键「入力」后的输入状态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703320" y="960120"/>
            <a:ext cx="512064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703320" y="960120"/>
            <a:ext cx="73152" cy="1143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6"/>
          <p:cNvSpPr/>
          <p:nvPr/>
        </p:nvSpPr>
        <p:spPr>
          <a:xfrm>
            <a:off x="3886200" y="10332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①  输入出勤码（临时码）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886200" y="138074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右键点击展示窗口 → 选择「入力」→ 粘贴或输入出勤码 → 按 Enter 确认。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⚠ 临时码有效期 30 分钟，不保存到配置文件。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03320" y="2258568"/>
            <a:ext cx="512064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03320" y="2258568"/>
            <a:ext cx="73152" cy="1143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0"/>
          <p:cNvSpPr/>
          <p:nvPr/>
        </p:nvSpPr>
        <p:spPr>
          <a:xfrm>
            <a:off x="388620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②  批量生成出勤码（持久码）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886200" y="267919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打开设置 →「日程プレビュー」标签页 → 点击「コード生成」，为全学期自动生成随机 4 位数字码。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03320" y="3557016"/>
            <a:ext cx="512064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03320" y="3557016"/>
            <a:ext cx="73152" cy="1143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4"/>
          <p:cNvSpPr/>
          <p:nvPr/>
        </p:nvSpPr>
        <p:spPr>
          <a:xfrm>
            <a:off x="3886200" y="36301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③  清空出勤码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886200" y="397764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右键点击展示窗口 → 选择「クリア」，清空当前出勤码（显示「----」占位符）。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出勤码 — 日程プレビューで一括管理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5029200" cy="341071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44165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「日程プレビュー」标签页 — 实际界面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577840" y="1005840"/>
            <a:ext cx="3246120" cy="8229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0515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🔵  出勤码已设置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0" y="13533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显示 4 位数字码，蓝色高亮表示当前有效。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965960"/>
            <a:ext cx="3246120" cy="8229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20116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🟡  出勤码未设置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23134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黄色背景行，显示「（未設定）」提示，点击可手动输入。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926080"/>
            <a:ext cx="3246120" cy="8229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29718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✨  コード生成 按钮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0" y="32735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一键为所有未设置的回次自动生成随机 4 位数字码。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886200"/>
            <a:ext cx="3246120" cy="8229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3931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✏️  直接编辑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0" y="42336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点击出席コード列的单元格可直接手动输入或修改出勤码。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出勤码 — 优先级说明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当多种来源同时存在时，系统按以下优先级决定展示哪个码：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8686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960120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最高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临时码（内存）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65376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通过右键「入力」输入的码，有效期 30 分钟，到期自动消失。不写入配置文件，适合临时情况。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8503920" cy="8686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960120" cy="8686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46888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次优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持久码（配置文件）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871216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在「日程プレビュー」中编辑或通过「コード生成」生成的码，保存在 teacher_config.json 中，跨会话有效。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8503920" cy="8686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74720"/>
            <a:ext cx="960120" cy="8686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47472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默认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56616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空（显示占位符）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877056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未设置任何出勤码时，展示窗口显示「----」占位符，提醒您尚未输入出勤码。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5902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💡 建议：开学前在「日程プレビュー」中提前为全学期生成出勤码，临时码仅用于特殊情况。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调课管理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1556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371600" cy="1115568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調課（Reschedule）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9875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将某次课从原定日期/时限移动到新的日期/时限。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例：将 4月16日（周四1限）调整到 4月18日（周六2限）。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8A"/>
                </a:solidFill>
              </a:rPr>
              <a:t>操作：打开设置 →「調整」标签页 →「調整を追加」→ 选择课程和对象回次 → 设置新日期和新时限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8503920" cy="111556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76272"/>
            <a:ext cx="1371600" cy="111556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27980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停課（Skip）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24942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取消某次正常授课，当天不弹出出勤码窗口。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例：因会议取消 5月21日的课。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81635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8A"/>
                </a:solidFill>
              </a:rPr>
              <a:t>操作：目前需直接编辑 teacher_config.json 添加 skip 类型记录（GUI 暂不支持）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8503920" cy="111556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38144"/>
            <a:ext cx="1371600" cy="11155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5478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40599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補課（Makeup）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35112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在常规排课之外增加一次补课日期。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例：在 8月1日（周六1限）补一次课。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0782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A8A"/>
                </a:solidFill>
              </a:rPr>
              <a:t>操作：目前需直接编辑 teacher_config.json 添加 makeup 类型记录（GUI 暂不支持）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调整后的回次编号会自动重新计算，「日程プレビュー」标签页可实时预览调整结果。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界面外观设置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4846320" cy="32918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4297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「外観」标签页 — 实际界面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349240" y="1005840"/>
            <a:ext cx="11887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10058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フォント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2940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出勤码字体，推荐等宽字体（Courier New）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49240" y="1618488"/>
            <a:ext cx="11887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349240" y="1618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サイズ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29400" y="1664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字号（默认 72pt），确保投屏清晰可见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49240" y="2231136"/>
            <a:ext cx="11887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5349240" y="22311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文字色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29400" y="22768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出勤码颜色（默认亮绿 #00ff7f）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49240" y="2843784"/>
            <a:ext cx="11887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5349240" y="284378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背景色 / 枠色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29400" y="288950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窗口背景及边框颜色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49240" y="3456432"/>
            <a:ext cx="11887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349240" y="345643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科目名フォント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29400" y="35021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课程名称的字体与字号（默认 11pt）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49240" y="4069080"/>
            <a:ext cx="11887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5349240" y="406908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スケール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2940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窗口整体缩放（30%～300%，默认100%）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常见问题（FAQ）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686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92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Q：出勤码窗口没有自动弹出怎么办？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A：检查：① 当前时间是否在课程窗口期内；② teacher_config.json 中课程的星期和时限是否正确；③ school_config.json 是否包含该日的授课日历。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8686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2024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75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Q：程序启动后在哪里？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A：程序以托盘模式运行，不显示主窗口。Windows：任务栏右下角；macOS：屏幕右上角菜单栏。右键点击图标可访问所有功能。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8503920" cy="8686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2608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80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Q：如何更换教师配置文件？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A：打开设置 →「授業」标签页 → 点击「設定を読み込む」→ 选择另一位教师的 JSON 文件。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8503920" cy="8686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3192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86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Q：调课后出勤码还能对应上吗？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A：出勤码按回次编号存储，调整后系统自动重新排列。建议在「日程プレビュー」中核对调整结果后再确认。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快速参考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弹出窗口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005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课前10分 ～ 课后30分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临时码有效期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5179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出勤码格式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029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4位数字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每课程回次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542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 回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540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轮询间隔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0540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支持平台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566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Windows · macOS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731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感谢使用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931920" y="1325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CodeWidget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3108960" cy="36576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65960"/>
            <a:ext cx="4389120" cy="2011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v1.0.0　　Python 3.12 + PySide6　　麗澤大学　2026年度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CodeWidget 用户说明书</dc:title>
  <dc:subject>PptxGenJS Presentation</dc:subject>
  <dc:creator>PptxGenJS</dc:creator>
  <cp:lastModifiedBy>PptxGenJS</cp:lastModifiedBy>
  <cp:revision>1</cp:revision>
  <dcterms:created xsi:type="dcterms:W3CDTF">2026-03-04T02:34:42Z</dcterms:created>
  <dcterms:modified xsi:type="dcterms:W3CDTF">2026-03-04T02:34:42Z</dcterms:modified>
</cp:coreProperties>
</file>